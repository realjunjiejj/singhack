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9d2df41e5f4a16" /><Relationship Type="http://schemas.openxmlformats.org/officeDocument/2006/relationships/extended-properties" Target="/docProps/app.xml" Id="Rf7a4bf7f81774496" /><Relationship Type="http://schemas.openxmlformats.org/officeDocument/2006/relationships/officeDocument" Target="/ppt/presentation.xml" Id="Rf30f12491343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bf12a05fb04fb5"/>
  </p:sldMasterIdLst>
  <p:notesMasterIdLst>
    <p:notesMasterId xmlns:r="http://schemas.openxmlformats.org/officeDocument/2006/relationships" r:id="R76a0415f3dd3432d"/>
  </p:notesMasterIdLst>
  <p:sldIdLst>
    <p:sldId xmlns:r="http://schemas.openxmlformats.org/officeDocument/2006/relationships" id="256" r:id="R41cd249f918b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903dbc3334f95" /><Relationship Type="http://schemas.openxmlformats.org/officeDocument/2006/relationships/slideMaster" Target="/ppt/slideMasters/slideMaster1.xml" Id="R4bbf12a05fb04fb5" /><Relationship Type="http://schemas.openxmlformats.org/officeDocument/2006/relationships/notesMaster" Target="/ppt/notesMasters/notesMaster1.xml" Id="R76a0415f3dd3432d" /><Relationship Type="http://schemas.openxmlformats.org/officeDocument/2006/relationships/presProps" Target="/ppt/presProps.xml" Id="R3eeb32b58cf44ce8" /><Relationship Type="http://schemas.openxmlformats.org/officeDocument/2006/relationships/tableStyles" Target="/ppt/tableStyles.xml" Id="Rfd0a91d3f1b64fec" /><Relationship Type="http://schemas.openxmlformats.org/officeDocument/2006/relationships/slide" Target="/ppt/slides/slide1.xml" Id="R41cd249f918b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9b3e4d411549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352df7a52c45b1" /><Relationship Type="http://schemas.openxmlformats.org/officeDocument/2006/relationships/notesMaster" Target="/ppt/notesMasters/notesMaster1.xml" Id="Rc5d9632b7ea8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verified from engine/pyproject.toml, engine/src/jb_clarity/cli.py, web/package.json, web/scripts/sync-workbench.mjs, and web/src/lib/workbench/adapter.ts. The current prototype uses static JSON files and browser memory. It does not use a database, backend API, or live LLM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e6f06c8494e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dc12eb80e4e9f" /><Relationship Type="http://schemas.openxmlformats.org/officeDocument/2006/relationships/slideLayout" Target="/ppt/slideLayouts/slideLayout1.xml" Id="Ree4d245ff9a8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d245ff9a8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7b747df504785" /><Relationship Type="http://schemas.openxmlformats.org/officeDocument/2006/relationships/notesSlide" Target="/ppt/notesSlides/notesSlide1.xml" Id="R516b6b635f3a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451012-7918-4460-BD78-08E48C1D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AAActual Intelligence 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1C435-1DDA-421A-A530-C4A3A132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Current hackathon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6E185-1066-4C63-9DF3-FAB2AE87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76300"/>
            <a:ext cx="1619250" cy="5391150"/>
          </a:xfrm>
          <a:prstGeom xmlns:a="http://schemas.openxmlformats.org/drawingml/2006/main" prst="roundRect">
            <a:avLst>
              <a:gd name="adj" fmla="val 105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F4249"/>
            </a:solidFill>
            <a:prstDash val="dot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1E1D1-8282-43E3-B4F3-0CACF6FB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572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People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4DB62-536B-48E3-993E-1741FC9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76300"/>
            <a:ext cx="2809875" cy="5391150"/>
          </a:xfrm>
          <a:prstGeom xmlns:a="http://schemas.openxmlformats.org/drawingml/2006/main" prst="roundRect">
            <a:avLst>
              <a:gd name="adj" fmla="val 61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F4249"/>
            </a:solidFill>
            <a:prstDash val="dot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9EDB-950D-4DA4-903B-948EB59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057275"/>
            <a:ext cx="2505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Browser and 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192CB-EC0C-4E5F-91C0-441788B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76300"/>
            <a:ext cx="3381375" cy="5391150"/>
          </a:xfrm>
          <a:prstGeom xmlns:a="http://schemas.openxmlformats.org/drawingml/2006/main" prst="roundRect">
            <a:avLst>
              <a:gd name="adj" fmla="val 507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F4249"/>
            </a:solidFill>
            <a:prstDash val="dot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3F723-9DA0-450D-A99B-B158D41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057275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94A1E-A701-4369-B410-D3EBD85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76300"/>
            <a:ext cx="3333750" cy="5391150"/>
          </a:xfrm>
          <a:prstGeom xmlns:a="http://schemas.openxmlformats.org/drawingml/2006/main" prst="roundRect">
            <a:avLst>
              <a:gd name="adj" fmla="val 514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F4249"/>
            </a:solidFill>
            <a:prstDash val="dot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41E41-19DC-4064-8100-B8100CBA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0572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Data and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23E3-0415-4158-A44D-3A13AD1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943100"/>
            <a:ext cx="1200150" cy="2209800"/>
          </a:xfrm>
          <a:prstGeom xmlns:a="http://schemas.openxmlformats.org/drawingml/2006/main" prst="roundRect">
            <a:avLst>
              <a:gd name="adj" fmla="val 10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83DCA-FB4B-407A-BF3F-0D518C0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669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0B8C1-B395-4809-9ED0-C1F4134A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00300"/>
            <a:ext cx="933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Relationship 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Prioritises clients</a:t>
            </a:r>
          </a:p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Reviews evidence</a:t>
            </a:r>
          </a:p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Prepares meetings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FC85B-FFEB-4795-9ECB-B4118603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2333625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C4051-71A1-4416-8D2A-83BC033D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81175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81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AAActual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2BCB8-9901-4216-9926-48E5D935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2066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Next.js 16 · React 19</a:t>
            </a:r>
          </a:p>
          <a:p xmlns:a="http://schemas.openxmlformats.org/drawingml/2006/main">
            <a:pPr algn="ctr">
              <a:def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TypeScript · AJV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2F2EF-BC90-46D6-B05C-B08F882E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2333625" cy="104775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D0750-E802-44BE-A43A-6E8A3C93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Browser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D43C4-3688-412A-8075-097642AD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React useReducer</a:t>
            </a:r>
          </a:p>
          <a:p xmlns:a="http://schemas.openxmlformats.org/drawingml/2006/main">
            <a:pPr algn="ctr">
              <a:def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Resets on refresh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2E22D-0515-48B1-902A-190F091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863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✓ No external runtime calls</a:t>
            </a:r>
          </a:p>
          <a:p xmlns:a="http://schemas.openxmlformats.org/drawingml/2006/main">
            <a:pPr algn="l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✓ Evidence links to source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04270-0474-4314-A03F-E25B5569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81150"/>
            <a:ext cx="28575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F3EFFB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26D64-C7F8-4686-927A-A7E5D876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049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5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Deterministic intelligence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2C753-99D2-4DC0-8823-1757CAD3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Python 3.11 · pandas · Pydantic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EB108-DBD9-48BF-B56D-F81F63D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628900" cy="933450"/>
          </a:xfrm>
          <a:prstGeom xmlns:a="http://schemas.openxmlformats.org/drawingml/2006/main" prst="roundRect">
            <a:avLst>
              <a:gd name="adj" fmla="val 13265"/>
            </a:avLst>
          </a:prstGeom>
          <a:solidFill xmlns:a="http://schemas.openxmlformats.org/drawingml/2006/main">
            <a:srgbClr val="F3EFFB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256A7-CF62-466F-82E9-C34B6B1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670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Safety and priority ranking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70E5F-198A-4C5E-8E21-866C125F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0045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Signals · Safety Overrides ·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5EB3D-4874-46D7-8AB6-B6636CC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48200"/>
            <a:ext cx="2857500" cy="1000125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3EFFB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0389B-BE42-45E6-BA2B-2897AE3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720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Workbench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F00E0-479E-4E8A-8798-4558EAF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054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Versioned JSON · JSON Schema 2020-12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259E2-7E5E-4453-B7E9-018C2CCF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7813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EEF7F0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82CDF-FADB-4D43-81C8-9623E29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049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Challenge source files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171CD-7649-466F-9EC2-93932B36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CSV files · RM notes 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5C90E3-EC0F-44C9-A5F7-710F36F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2552700" cy="933450"/>
          </a:xfrm>
          <a:prstGeom xmlns:a="http://schemas.openxmlformats.org/drawingml/2006/main" prst="roundRect">
            <a:avLst>
              <a:gd name="adj" fmla="val 13265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B4ADA3-6264-4E3F-831B-8D013B0D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7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Cached language drafts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B4E99-BEC3-40B3-BDDE-96E795A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Validated German and Traditional Chinese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550C4-2490-4C5E-949A-C334878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2781300" cy="1000125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5C8"/>
          </a:solidFill>
          <a:ln xmlns:a="http://schemas.openxmlformats.org/drawingml/2006/main" w="13335">
            <a:solidFill>
              <a:srgbClr val="3F42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383938-3115-4FF9-A7A8-EE7AF96D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02126"/>
                </a:solidFill>
                <a:latin typeface="Avenir Next"/>
                <a:ea typeface="Avenir Next"/>
                <a:cs typeface="Avenir Next"/>
              </a:rPr>
              <a:t>No database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18A039-8B7A-4B9C-88A9-81672C18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05400"/>
            <a:ext cx="2514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Static JSON · no server-side persistence</a:t>
            </a:r>
          </a:p>
        </p:txBody>
      </p:sp>
      <p:cxnSp>
        <p:nvCxnSpPr>
          <p:cNvPr id="8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647825" y="2371725"/>
            <a:ext cx="638175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63D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E31BA9-39DC-4E9D-9017-74EE355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669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RM view</a:t>
            </a:r>
          </a:p>
        </p:txBody>
      </p:sp>
      <p:cxnSp>
        <p:nvCxnSpPr>
          <p:cNvPr id="88" name=""/>
          <p:cNvCxnSpPr>
            <a:stCxn xmlns:a="http://schemas.openxmlformats.org/drawingml/2006/main" id="2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4619625" y="2371725"/>
            <a:ext cx="695325" cy="2776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3363D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6DAAA1-8A11-4955-8C43-74F8210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validated JSON</a:t>
            </a:r>
          </a:p>
        </p:txBody>
      </p:sp>
      <p:cxnSp>
        <p:nvCxnSpPr>
          <p:cNvPr id="90" name=""/>
          <p:cNvCxnSpPr>
            <a:stCxn xmlns:a="http://schemas.openxmlformats.org/drawingml/2006/main" id="3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8172450" y="21145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63D"/>
            </a:solidFill>
            <a:prstDash val="solid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76C18F-8BB4-48B5-826D-F1535C0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5260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E626B"/>
                </a:solidFill>
                <a:latin typeface="Avenir Next"/>
                <a:ea typeface="Avenir Next"/>
                <a:cs typeface="Avenir Next"/>
              </a:rPr>
              <a:t>offline ingest</a:t>
            </a:r>
          </a:p>
        </p:txBody>
      </p:sp>
      <p:cxnSp>
        <p:nvCxnSpPr>
          <p:cNvPr id="92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743700" y="2647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63D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743700" y="40767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363D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3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172450" y="3609975"/>
            <a:ext cx="838200" cy="1538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376D3"/>
            </a:solidFill>
            <a:prstDash val="dash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899995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2026-09-04T16:22:18.2690000Z</dcterms:created>
  <dcterms:modified xsi:type="dcterms:W3CDTF">2026-09-04T16:22:18.2690000Z</dcterms:modified>
</coreProperties>
</file>